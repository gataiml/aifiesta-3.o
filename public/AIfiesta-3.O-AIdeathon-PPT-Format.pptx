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97" r:id="rId10"/>
  </p:sldIdLst>
  <p:sldSz cx="9144000" cy="5143500" type="screen16x9"/>
  <p:notesSz cx="6858000" cy="9144000"/>
  <p:embeddedFontLst>
    <p:embeddedFont>
      <p:font typeface="ＭＳ Ｐゴシック" panose="020B0600070205080204" pitchFamily="34" charset="-128"/>
      <p:regular r:id="rId12"/>
    </p:embeddedFont>
    <p:embeddedFont>
      <p:font typeface="Google Sans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b357bd68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b357bd68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b357bd68a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6b357bd68a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b357bd68a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b357bd68a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b357bd68a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b357bd68a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b357bd68a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b357bd68a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b357bd68a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b357bd68a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b357bd68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b357bd68a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b357bd68a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b357bd68a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48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/>
        </p:nvSpPr>
        <p:spPr>
          <a:xfrm>
            <a:off x="265450" y="3133200"/>
            <a:ext cx="8520600" cy="17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lphaLcPeriod"/>
            </a:pP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lphaLcPeriod"/>
            </a:pP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sz="1800" b="1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" name="Google Shape;72;p15" title="Frame 15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201000" y="784175"/>
            <a:ext cx="8943000" cy="43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000" b="1" dirty="0"/>
              <a:t>Problem Statement: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C98F67-E202-3939-E70C-8C11DE9D3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301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EC82F12-5FE4-6168-4567-DF581F6E78DA}"/>
              </a:ext>
            </a:extLst>
          </p:cNvPr>
          <p:cNvSpPr txBox="1"/>
          <p:nvPr/>
        </p:nvSpPr>
        <p:spPr>
          <a:xfrm>
            <a:off x="579863" y="1256150"/>
            <a:ext cx="42819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Describe the problem you are solving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Why is it important?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Who is affected?</a:t>
            </a:r>
          </a:p>
          <a:p>
            <a:endParaRPr lang="en-IN" sz="1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5D6EC79-F8AF-F092-A793-24A6BEED1C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76" y="81996"/>
            <a:ext cx="865658" cy="6177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" name="Google Shape;80;p16" title="Frame 15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311692" y="957531"/>
            <a:ext cx="8943000" cy="436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000" b="1" dirty="0"/>
              <a:t>Proposed Solution:</a:t>
            </a:r>
            <a:br>
              <a:rPr lang="en-IN" sz="2000" b="1" dirty="0"/>
            </a:br>
            <a:br>
              <a:rPr lang="en-IN" sz="2000" dirty="0"/>
            </a:br>
            <a:endParaRPr lang="en-I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A3E05D-21FF-9EB2-588D-54B85EBDE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588"/>
            <a:ext cx="9144000" cy="792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467341-681E-4EAB-1227-0FE935823B36}"/>
              </a:ext>
            </a:extLst>
          </p:cNvPr>
          <p:cNvSpPr txBox="1"/>
          <p:nvPr/>
        </p:nvSpPr>
        <p:spPr>
          <a:xfrm>
            <a:off x="751723" y="1430655"/>
            <a:ext cx="38202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  </a:t>
            </a:r>
            <a:r>
              <a:rPr lang="en-US" sz="1800" dirty="0"/>
              <a:t>Explain your idea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  How does it solve the problem?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  Key features</a:t>
            </a:r>
            <a:endParaRPr lang="en-IN" sz="1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DB9FE7-75EC-8046-74A5-56B66BE357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76" y="81996"/>
            <a:ext cx="865658" cy="6177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" name="Google Shape;88;p17" title="Frame 15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/>
        </p:nvSpPr>
        <p:spPr>
          <a:xfrm>
            <a:off x="356842" y="744575"/>
            <a:ext cx="8943000" cy="507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000" b="1" dirty="0"/>
              <a:t>Target Users / Market:</a:t>
            </a:r>
          </a:p>
          <a:p>
            <a:endParaRPr lang="en-IN" sz="2000" b="1" dirty="0"/>
          </a:p>
          <a:p>
            <a:r>
              <a:rPr lang="en-IN" sz="2000" dirty="0"/>
              <a:t>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A2E8F5-2414-5F7D-E5A8-9EC03CE9DC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" y="17884"/>
            <a:ext cx="9144000" cy="7880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4CA8B3-4955-413D-8BD2-8041C995CBBF}"/>
              </a:ext>
            </a:extLst>
          </p:cNvPr>
          <p:cNvSpPr txBox="1"/>
          <p:nvPr/>
        </p:nvSpPr>
        <p:spPr>
          <a:xfrm>
            <a:off x="810322" y="1317349"/>
            <a:ext cx="36022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Who will use your solution?</a:t>
            </a: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Market size or potential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6F60EB-8FE3-6305-8050-E6F42B2F73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76" y="81996"/>
            <a:ext cx="865658" cy="6177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6" name="Google Shape;96;p18" title="Frame 15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201000" y="784175"/>
            <a:ext cx="894300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000" b="1" dirty="0"/>
              <a:t>Business Model / Impact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FFBBD0-8CAA-AE1B-561F-5BFE07CE5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3232"/>
            <a:ext cx="9144000" cy="7880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EE003F-237A-19F9-B70B-1C81F2D61A2C}"/>
              </a:ext>
            </a:extLst>
          </p:cNvPr>
          <p:cNvSpPr txBox="1"/>
          <p:nvPr/>
        </p:nvSpPr>
        <p:spPr>
          <a:xfrm>
            <a:off x="460918" y="1301478"/>
            <a:ext cx="49214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How will it a value?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Revenue or social impact model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FD346E-311B-1B71-8B6C-AED2587679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76" y="81996"/>
            <a:ext cx="865658" cy="6177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4" name="Google Shape;104;p19" title="Frame 15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 txBox="1"/>
          <p:nvPr/>
        </p:nvSpPr>
        <p:spPr>
          <a:xfrm>
            <a:off x="311692" y="786339"/>
            <a:ext cx="894300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000" b="1" dirty="0"/>
              <a:t>Implementation Plan:</a:t>
            </a:r>
            <a:br>
              <a:rPr lang="en-IN" sz="2000" b="1" dirty="0"/>
            </a:br>
            <a:r>
              <a:rPr lang="en-IN" sz="2000" b="1" dirty="0"/>
              <a:t>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08BFD1-A945-0E9E-100C-62FCB9C09B6E}"/>
              </a:ext>
            </a:extLst>
          </p:cNvPr>
          <p:cNvSpPr txBox="1"/>
          <p:nvPr/>
        </p:nvSpPr>
        <p:spPr>
          <a:xfrm>
            <a:off x="564995" y="1280623"/>
            <a:ext cx="5099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How will you build 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Development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Timeline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559A47-DFFF-248E-28F4-D3FA20D95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48" y="-23632"/>
            <a:ext cx="9144000" cy="7312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9E634EF-5D67-1072-F6BD-65BDCEE961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76" y="81996"/>
            <a:ext cx="865658" cy="6177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2" name="Google Shape;112;p20" title="Frame 15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 txBox="1"/>
          <p:nvPr/>
        </p:nvSpPr>
        <p:spPr>
          <a:xfrm>
            <a:off x="311692" y="784175"/>
            <a:ext cx="894300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000" b="1" dirty="0"/>
              <a:t>Unique Value Proposition: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2202DD-D071-3BA1-F3DC-8CD27D4E62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3832"/>
            <a:ext cx="9144000" cy="7880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2BE562-3E1F-A51A-C1B4-46EF866D0363}"/>
              </a:ext>
            </a:extLst>
          </p:cNvPr>
          <p:cNvSpPr txBox="1"/>
          <p:nvPr/>
        </p:nvSpPr>
        <p:spPr>
          <a:xfrm>
            <a:off x="572429" y="1247655"/>
            <a:ext cx="37946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What makes your idea different?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Competitive advantage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C92389-9050-DD17-A752-D66ADB7218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76" y="81996"/>
            <a:ext cx="865658" cy="6177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0" name="Google Shape;120;p21" title="Frame 15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C526B1-16BC-CD47-4787-2288EE842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7880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72DA2D-AFFA-56BE-7C34-32445FFBF83B}"/>
              </a:ext>
            </a:extLst>
          </p:cNvPr>
          <p:cNvSpPr txBox="1"/>
          <p:nvPr/>
        </p:nvSpPr>
        <p:spPr>
          <a:xfrm>
            <a:off x="423226" y="838509"/>
            <a:ext cx="19094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Future Scope:</a:t>
            </a:r>
          </a:p>
          <a:p>
            <a:endParaRPr lang="en-IN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9B5AC0-9648-AC14-7016-765083C425EF}"/>
              </a:ext>
            </a:extLst>
          </p:cNvPr>
          <p:cNvSpPr txBox="1"/>
          <p:nvPr/>
        </p:nvSpPr>
        <p:spPr>
          <a:xfrm>
            <a:off x="734921" y="1309210"/>
            <a:ext cx="26532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Scalability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Future improvements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Expansion ideas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8911AE-85B0-97B6-3979-B867FF866D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76" y="81996"/>
            <a:ext cx="865658" cy="6177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4749901"/>
            <a:ext cx="9143999" cy="39360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defTabSz="342900">
              <a:buClrTx/>
              <a:defRPr/>
            </a:pPr>
            <a:endParaRPr lang="en-US" sz="1350" kern="1200" dirty="0">
              <a:solidFill>
                <a:srgbClr val="C0504D">
                  <a:lumMod val="75000"/>
                </a:srgbClr>
              </a:solidFill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348213" y="4809779"/>
            <a:ext cx="2403000" cy="273844"/>
          </a:xfrm>
        </p:spPr>
        <p:txBody>
          <a:bodyPr/>
          <a:lstStyle/>
          <a:p>
            <a:pPr algn="ctr" defTabSz="342900">
              <a:buClrTx/>
              <a:defRPr/>
            </a:pPr>
            <a:r>
              <a:rPr lang="en-US" sz="1200" kern="1200" dirty="0"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@AIFiesta 3.0 </a:t>
            </a:r>
            <a:r>
              <a:rPr lang="en-US" sz="1200" kern="1200" dirty="0" err="1"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AIdeathon</a:t>
            </a:r>
            <a:r>
              <a:rPr lang="en-US" sz="1200" kern="1200" dirty="0"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-Template</a:t>
            </a: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221783"/>
            <a:ext cx="9099426" cy="32394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Google Shape;100;p3"/>
          <p:cNvSpPr txBox="1"/>
          <p:nvPr/>
        </p:nvSpPr>
        <p:spPr>
          <a:xfrm>
            <a:off x="275874" y="1436591"/>
            <a:ext cx="8823552" cy="3052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385763" indent="-385763" algn="just">
              <a:lnSpc>
                <a:spcPct val="90000"/>
              </a:lnSpc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1050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eight </a:t>
            </a:r>
            <a:r>
              <a:rPr lang="en-US" sz="1050" b="1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(8). </a:t>
            </a:r>
            <a:r>
              <a:rPr lang="en-US" sz="1050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5763" indent="-385763" algn="just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1050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5763" indent="-385763" algn="just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1050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5763" indent="-385763" algn="just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1050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5763" indent="-385763" algn="just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1050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template for making the PPT without changing the idea details pointers (mentioned in previous slides).</a:t>
            </a:r>
            <a:endParaRPr sz="1050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385763" indent="-262414" algn="just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</a:pPr>
            <a:endParaRPr sz="1050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algn="just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</a:pPr>
            <a:r>
              <a:rPr lang="en-US" sz="1050" b="1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</a:t>
            </a:r>
            <a:endParaRPr sz="105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237173" algn="just">
              <a:lnSpc>
                <a:spcPct val="90000"/>
              </a:lnSpc>
              <a:spcBef>
                <a:spcPts val="375"/>
              </a:spcBef>
              <a:buClr>
                <a:schemeClr val="dk1"/>
              </a:buClr>
              <a:buSzPct val="100000"/>
            </a:pPr>
            <a:endParaRPr sz="1500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45028" y="80300"/>
            <a:ext cx="630790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INSTRUCTIONS:</a:t>
            </a:r>
            <a:endParaRPr lang="en-IN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1758" y="886425"/>
            <a:ext cx="7168243" cy="237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ct val="100000"/>
            </a:pPr>
            <a:r>
              <a:rPr lang="en-US" sz="1050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sz="1050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7D81A4-E37E-A52B-11CA-B48A05681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76" y="81996"/>
            <a:ext cx="865658" cy="61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214</Words>
  <Application>Microsoft Office PowerPoint</Application>
  <PresentationFormat>On-screen Show (16:9)</PresentationFormat>
  <Paragraphs>42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ＭＳ Ｐゴシック</vt:lpstr>
      <vt:lpstr>Arial</vt:lpstr>
      <vt:lpstr>Times New Roman</vt:lpstr>
      <vt:lpstr>Calibri</vt:lpstr>
      <vt:lpstr>TradeGothic</vt:lpstr>
      <vt:lpstr>Google Sans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vinayaka s</dc:creator>
  <cp:lastModifiedBy>Bhuvan Amaravathi</cp:lastModifiedBy>
  <cp:revision>4</cp:revision>
  <dcterms:modified xsi:type="dcterms:W3CDTF">2026-02-25T17:35:15Z</dcterms:modified>
</cp:coreProperties>
</file>